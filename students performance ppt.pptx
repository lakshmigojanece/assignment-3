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2ADA7-3357-4C37-A68E-36D0F68071E0}" v="33" dt="2026-01-03T17:33:48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V" userId="f055f243ffb41b73" providerId="LiveId" clId="{2C3D7F03-8558-4387-990D-E818F15C2887}"/>
    <pc:docChg chg="undo custSel addSld delSld modSld">
      <pc:chgData name="Lakshmi V" userId="f055f243ffb41b73" providerId="LiveId" clId="{2C3D7F03-8558-4387-990D-E818F15C2887}" dt="2026-01-03T17:33:48.789" v="103" actId="14100"/>
      <pc:docMkLst>
        <pc:docMk/>
      </pc:docMkLst>
      <pc:sldChg chg="modSp mod">
        <pc:chgData name="Lakshmi V" userId="f055f243ffb41b73" providerId="LiveId" clId="{2C3D7F03-8558-4387-990D-E818F15C2887}" dt="2026-01-03T17:22:14.536" v="11" actId="27636"/>
        <pc:sldMkLst>
          <pc:docMk/>
          <pc:sldMk cId="2126991155" sldId="256"/>
        </pc:sldMkLst>
        <pc:spChg chg="mod">
          <ac:chgData name="Lakshmi V" userId="f055f243ffb41b73" providerId="LiveId" clId="{2C3D7F03-8558-4387-990D-E818F15C2887}" dt="2026-01-03T17:22:14.536" v="11" actId="27636"/>
          <ac:spMkLst>
            <pc:docMk/>
            <pc:sldMk cId="2126991155" sldId="256"/>
            <ac:spMk id="2" creationId="{EC2342AC-0495-B4A3-15C8-C987DC58F09A}"/>
          </ac:spMkLst>
        </pc:spChg>
      </pc:sldChg>
      <pc:sldChg chg="modSp new">
        <pc:chgData name="Lakshmi V" userId="f055f243ffb41b73" providerId="LiveId" clId="{2C3D7F03-8558-4387-990D-E818F15C2887}" dt="2026-01-03T17:23:24.895" v="13"/>
        <pc:sldMkLst>
          <pc:docMk/>
          <pc:sldMk cId="1261544610" sldId="257"/>
        </pc:sldMkLst>
        <pc:spChg chg="mod">
          <ac:chgData name="Lakshmi V" userId="f055f243ffb41b73" providerId="LiveId" clId="{2C3D7F03-8558-4387-990D-E818F15C2887}" dt="2026-01-03T17:22:44.673" v="12"/>
          <ac:spMkLst>
            <pc:docMk/>
            <pc:sldMk cId="1261544610" sldId="257"/>
            <ac:spMk id="2" creationId="{AA363DBB-8ABD-D5A9-DBE8-FAF67EA6EC9B}"/>
          </ac:spMkLst>
        </pc:spChg>
        <pc:spChg chg="mod">
          <ac:chgData name="Lakshmi V" userId="f055f243ffb41b73" providerId="LiveId" clId="{2C3D7F03-8558-4387-990D-E818F15C2887}" dt="2026-01-03T17:23:24.895" v="13"/>
          <ac:spMkLst>
            <pc:docMk/>
            <pc:sldMk cId="1261544610" sldId="257"/>
            <ac:spMk id="3" creationId="{0418D664-0751-B10F-6637-AB389DFD7066}"/>
          </ac:spMkLst>
        </pc:spChg>
      </pc:sldChg>
      <pc:sldChg chg="modSp new">
        <pc:chgData name="Lakshmi V" userId="f055f243ffb41b73" providerId="LiveId" clId="{2C3D7F03-8558-4387-990D-E818F15C2887}" dt="2026-01-03T17:24:11.401" v="15"/>
        <pc:sldMkLst>
          <pc:docMk/>
          <pc:sldMk cId="2721093583" sldId="258"/>
        </pc:sldMkLst>
        <pc:spChg chg="mod">
          <ac:chgData name="Lakshmi V" userId="f055f243ffb41b73" providerId="LiveId" clId="{2C3D7F03-8558-4387-990D-E818F15C2887}" dt="2026-01-03T17:23:54.805" v="14"/>
          <ac:spMkLst>
            <pc:docMk/>
            <pc:sldMk cId="2721093583" sldId="258"/>
            <ac:spMk id="2" creationId="{46E1B898-6BB4-14C0-5FA0-EB564D632DBF}"/>
          </ac:spMkLst>
        </pc:spChg>
        <pc:spChg chg="mod">
          <ac:chgData name="Lakshmi V" userId="f055f243ffb41b73" providerId="LiveId" clId="{2C3D7F03-8558-4387-990D-E818F15C2887}" dt="2026-01-03T17:24:11.401" v="15"/>
          <ac:spMkLst>
            <pc:docMk/>
            <pc:sldMk cId="2721093583" sldId="258"/>
            <ac:spMk id="3" creationId="{1CD756D3-CD47-7282-064E-77142ABCCFDB}"/>
          </ac:spMkLst>
        </pc:spChg>
      </pc:sldChg>
      <pc:sldChg chg="modSp new">
        <pc:chgData name="Lakshmi V" userId="f055f243ffb41b73" providerId="LiveId" clId="{2C3D7F03-8558-4387-990D-E818F15C2887}" dt="2026-01-03T17:24:45.918" v="17"/>
        <pc:sldMkLst>
          <pc:docMk/>
          <pc:sldMk cId="2785869834" sldId="259"/>
        </pc:sldMkLst>
        <pc:spChg chg="mod">
          <ac:chgData name="Lakshmi V" userId="f055f243ffb41b73" providerId="LiveId" clId="{2C3D7F03-8558-4387-990D-E818F15C2887}" dt="2026-01-03T17:24:29.967" v="16"/>
          <ac:spMkLst>
            <pc:docMk/>
            <pc:sldMk cId="2785869834" sldId="259"/>
            <ac:spMk id="2" creationId="{7F39766A-D9DB-F4B9-E6B0-5146A78DFA3C}"/>
          </ac:spMkLst>
        </pc:spChg>
        <pc:spChg chg="mod">
          <ac:chgData name="Lakshmi V" userId="f055f243ffb41b73" providerId="LiveId" clId="{2C3D7F03-8558-4387-990D-E818F15C2887}" dt="2026-01-03T17:24:45.918" v="17"/>
          <ac:spMkLst>
            <pc:docMk/>
            <pc:sldMk cId="2785869834" sldId="259"/>
            <ac:spMk id="3" creationId="{21332D31-7C0F-7F10-BD99-C7831932AA03}"/>
          </ac:spMkLst>
        </pc:spChg>
      </pc:sldChg>
      <pc:sldChg chg="addSp delSp modSp new mod">
        <pc:chgData name="Lakshmi V" userId="f055f243ffb41b73" providerId="LiveId" clId="{2C3D7F03-8558-4387-990D-E818F15C2887}" dt="2026-01-03T17:25:24.965" v="20" actId="255"/>
        <pc:sldMkLst>
          <pc:docMk/>
          <pc:sldMk cId="2975958700" sldId="260"/>
        </pc:sldMkLst>
        <pc:spChg chg="mod">
          <ac:chgData name="Lakshmi V" userId="f055f243ffb41b73" providerId="LiveId" clId="{2C3D7F03-8558-4387-990D-E818F15C2887}" dt="2026-01-03T17:25:00.453" v="18"/>
          <ac:spMkLst>
            <pc:docMk/>
            <pc:sldMk cId="2975958700" sldId="260"/>
            <ac:spMk id="2" creationId="{2EDE6DEE-70F5-7CF1-1746-B7AB6E2B1835}"/>
          </ac:spMkLst>
        </pc:spChg>
        <pc:spChg chg="del">
          <ac:chgData name="Lakshmi V" userId="f055f243ffb41b73" providerId="LiveId" clId="{2C3D7F03-8558-4387-990D-E818F15C2887}" dt="2026-01-03T17:25:13.262" v="19"/>
          <ac:spMkLst>
            <pc:docMk/>
            <pc:sldMk cId="2975958700" sldId="260"/>
            <ac:spMk id="3" creationId="{DBC394CF-43EB-7603-B884-1B079FEF01CF}"/>
          </ac:spMkLst>
        </pc:spChg>
        <pc:spChg chg="add mod">
          <ac:chgData name="Lakshmi V" userId="f055f243ffb41b73" providerId="LiveId" clId="{2C3D7F03-8558-4387-990D-E818F15C2887}" dt="2026-01-03T17:25:24.965" v="20" actId="255"/>
          <ac:spMkLst>
            <pc:docMk/>
            <pc:sldMk cId="2975958700" sldId="260"/>
            <ac:spMk id="4" creationId="{FDFCB7D4-9FC4-D688-45C1-BF056507CB1F}"/>
          </ac:spMkLst>
        </pc:spChg>
      </pc:sldChg>
      <pc:sldChg chg="addSp delSp modSp new mod">
        <pc:chgData name="Lakshmi V" userId="f055f243ffb41b73" providerId="LiveId" clId="{2C3D7F03-8558-4387-990D-E818F15C2887}" dt="2026-01-03T17:27:25.452" v="74" actId="20577"/>
        <pc:sldMkLst>
          <pc:docMk/>
          <pc:sldMk cId="270461828" sldId="261"/>
        </pc:sldMkLst>
        <pc:spChg chg="mod">
          <ac:chgData name="Lakshmi V" userId="f055f243ffb41b73" providerId="LiveId" clId="{2C3D7F03-8558-4387-990D-E818F15C2887}" dt="2026-01-03T17:25:39.190" v="21"/>
          <ac:spMkLst>
            <pc:docMk/>
            <pc:sldMk cId="270461828" sldId="261"/>
            <ac:spMk id="2" creationId="{63118D8F-8443-17AC-89F8-2A4947ABC1B2}"/>
          </ac:spMkLst>
        </pc:spChg>
        <pc:spChg chg="del">
          <ac:chgData name="Lakshmi V" userId="f055f243ffb41b73" providerId="LiveId" clId="{2C3D7F03-8558-4387-990D-E818F15C2887}" dt="2026-01-03T17:25:50.499" v="22"/>
          <ac:spMkLst>
            <pc:docMk/>
            <pc:sldMk cId="270461828" sldId="261"/>
            <ac:spMk id="3" creationId="{68E54244-99AE-DC05-D638-C98415AB425D}"/>
          </ac:spMkLst>
        </pc:spChg>
        <pc:spChg chg="add mod">
          <ac:chgData name="Lakshmi V" userId="f055f243ffb41b73" providerId="LiveId" clId="{2C3D7F03-8558-4387-990D-E818F15C2887}" dt="2026-01-03T17:27:25.452" v="74" actId="20577"/>
          <ac:spMkLst>
            <pc:docMk/>
            <pc:sldMk cId="270461828" sldId="261"/>
            <ac:spMk id="4" creationId="{A1A00DD7-4AB8-D32E-D2A8-1589297A1385}"/>
          </ac:spMkLst>
        </pc:spChg>
      </pc:sldChg>
      <pc:sldChg chg="addSp delSp modSp new mod">
        <pc:chgData name="Lakshmi V" userId="f055f243ffb41b73" providerId="LiveId" clId="{2C3D7F03-8558-4387-990D-E818F15C2887}" dt="2026-01-03T17:29:08.906" v="78" actId="14100"/>
        <pc:sldMkLst>
          <pc:docMk/>
          <pc:sldMk cId="1349396076" sldId="262"/>
        </pc:sldMkLst>
        <pc:spChg chg="mod">
          <ac:chgData name="Lakshmi V" userId="f055f243ffb41b73" providerId="LiveId" clId="{2C3D7F03-8558-4387-990D-E818F15C2887}" dt="2026-01-03T17:28:40.842" v="75"/>
          <ac:spMkLst>
            <pc:docMk/>
            <pc:sldMk cId="1349396076" sldId="262"/>
            <ac:spMk id="2" creationId="{D19903C1-F9C2-86AF-9FE3-8B42C0E0C60B}"/>
          </ac:spMkLst>
        </pc:spChg>
        <pc:spChg chg="del">
          <ac:chgData name="Lakshmi V" userId="f055f243ffb41b73" providerId="LiveId" clId="{2C3D7F03-8558-4387-990D-E818F15C2887}" dt="2026-01-03T17:28:51.416" v="76"/>
          <ac:spMkLst>
            <pc:docMk/>
            <pc:sldMk cId="1349396076" sldId="262"/>
            <ac:spMk id="3" creationId="{C29C65AD-9AD5-425A-88D0-1672A3EFE900}"/>
          </ac:spMkLst>
        </pc:spChg>
        <pc:spChg chg="add mod">
          <ac:chgData name="Lakshmi V" userId="f055f243ffb41b73" providerId="LiveId" clId="{2C3D7F03-8558-4387-990D-E818F15C2887}" dt="2026-01-03T17:29:08.906" v="78" actId="14100"/>
          <ac:spMkLst>
            <pc:docMk/>
            <pc:sldMk cId="1349396076" sldId="262"/>
            <ac:spMk id="4" creationId="{DF654A8E-C0F2-E366-B83A-4B98F0DB0D3D}"/>
          </ac:spMkLst>
        </pc:spChg>
      </pc:sldChg>
      <pc:sldChg chg="addSp modSp new">
        <pc:chgData name="Lakshmi V" userId="f055f243ffb41b73" providerId="LiveId" clId="{2C3D7F03-8558-4387-990D-E818F15C2887}" dt="2026-01-03T17:30:05.531" v="81"/>
        <pc:sldMkLst>
          <pc:docMk/>
          <pc:sldMk cId="3971097133" sldId="263"/>
        </pc:sldMkLst>
        <pc:spChg chg="mod">
          <ac:chgData name="Lakshmi V" userId="f055f243ffb41b73" providerId="LiveId" clId="{2C3D7F03-8558-4387-990D-E818F15C2887}" dt="2026-01-03T17:29:23.879" v="79"/>
          <ac:spMkLst>
            <pc:docMk/>
            <pc:sldMk cId="3971097133" sldId="263"/>
            <ac:spMk id="2" creationId="{F8C6EB27-B8E2-8BB6-2C20-5DEE1BB07066}"/>
          </ac:spMkLst>
        </pc:spChg>
        <pc:spChg chg="mod">
          <ac:chgData name="Lakshmi V" userId="f055f243ffb41b73" providerId="LiveId" clId="{2C3D7F03-8558-4387-990D-E818F15C2887}" dt="2026-01-03T17:30:05.531" v="81"/>
          <ac:spMkLst>
            <pc:docMk/>
            <pc:sldMk cId="3971097133" sldId="263"/>
            <ac:spMk id="3" creationId="{C4232220-05A5-BEFE-6631-96632CDE9F6B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5" creationId="{A512187F-4597-E1B3-4814-93606BB9259A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12" creationId="{36241973-AB51-13B3-5A5F-D2859BB81F10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16" creationId="{3768E257-E9B4-1DA3-D3C9-E91410016DF2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19" creationId="{95498929-62E8-9396-C5F4-DDD0F2647FFF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24" creationId="{3EB49529-86C5-D71B-3819-35320C060578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29" creationId="{6B988998-7A67-4855-ABBC-9062F37C1EC2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31" creationId="{01A43C5B-878F-4D2D-7686-16CCAC74AB5B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34" creationId="{54892005-9554-CEE4-1E3F-55975E060B58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36" creationId="{BF5F6B59-BFAC-DE96-21EB-6EE05CFA7A46}"/>
          </ac:spMkLst>
        </pc:spChg>
        <pc:spChg chg="add">
          <ac:chgData name="Lakshmi V" userId="f055f243ffb41b73" providerId="LiveId" clId="{2C3D7F03-8558-4387-990D-E818F15C2887}" dt="2026-01-03T17:29:37.424" v="80"/>
          <ac:spMkLst>
            <pc:docMk/>
            <pc:sldMk cId="3971097133" sldId="263"/>
            <ac:spMk id="38" creationId="{58B31A91-C260-59CB-0534-692969E50117}"/>
          </ac:spMkLst>
        </pc:spChg>
      </pc:sldChg>
      <pc:sldChg chg="addSp delSp modSp new mod">
        <pc:chgData name="Lakshmi V" userId="f055f243ffb41b73" providerId="LiveId" clId="{2C3D7F03-8558-4387-990D-E818F15C2887}" dt="2026-01-03T17:31:19.039" v="90" actId="113"/>
        <pc:sldMkLst>
          <pc:docMk/>
          <pc:sldMk cId="568795185" sldId="264"/>
        </pc:sldMkLst>
        <pc:spChg chg="mod">
          <ac:chgData name="Lakshmi V" userId="f055f243ffb41b73" providerId="LiveId" clId="{2C3D7F03-8558-4387-990D-E818F15C2887}" dt="2026-01-03T17:30:42.290" v="85"/>
          <ac:spMkLst>
            <pc:docMk/>
            <pc:sldMk cId="568795185" sldId="264"/>
            <ac:spMk id="2" creationId="{997334C1-584D-33DB-770C-FF4955F7E97F}"/>
          </ac:spMkLst>
        </pc:spChg>
        <pc:spChg chg="del">
          <ac:chgData name="Lakshmi V" userId="f055f243ffb41b73" providerId="LiveId" clId="{2C3D7F03-8558-4387-990D-E818F15C2887}" dt="2026-01-03T17:30:58.355" v="86"/>
          <ac:spMkLst>
            <pc:docMk/>
            <pc:sldMk cId="568795185" sldId="264"/>
            <ac:spMk id="3" creationId="{A9E34E1D-3F9D-B435-C1A4-748252DE4255}"/>
          </ac:spMkLst>
        </pc:spChg>
        <pc:spChg chg="add mod">
          <ac:chgData name="Lakshmi V" userId="f055f243ffb41b73" providerId="LiveId" clId="{2C3D7F03-8558-4387-990D-E818F15C2887}" dt="2026-01-03T17:31:19.039" v="90" actId="113"/>
          <ac:spMkLst>
            <pc:docMk/>
            <pc:sldMk cId="568795185" sldId="264"/>
            <ac:spMk id="4" creationId="{3DEB6F8B-F874-ECD8-2B94-16B315601D15}"/>
          </ac:spMkLst>
        </pc:spChg>
      </pc:sldChg>
      <pc:sldChg chg="addSp delSp modSp new del">
        <pc:chgData name="Lakshmi V" userId="f055f243ffb41b73" providerId="LiveId" clId="{2C3D7F03-8558-4387-990D-E818F15C2887}" dt="2026-01-03T17:22:06.223" v="9" actId="2696"/>
        <pc:sldMkLst>
          <pc:docMk/>
          <pc:sldMk cId="2031849261" sldId="264"/>
        </pc:sldMkLst>
        <pc:spChg chg="del">
          <ac:chgData name="Lakshmi V" userId="f055f243ffb41b73" providerId="LiveId" clId="{2C3D7F03-8558-4387-990D-E818F15C2887}" dt="2026-01-03T17:21:49.904" v="8"/>
          <ac:spMkLst>
            <pc:docMk/>
            <pc:sldMk cId="2031849261" sldId="264"/>
            <ac:spMk id="3" creationId="{2550A6BD-E5FF-7211-8BF1-7F1D37EF8AC0}"/>
          </ac:spMkLst>
        </pc:spChg>
        <pc:spChg chg="add mod">
          <ac:chgData name="Lakshmi V" userId="f055f243ffb41b73" providerId="LiveId" clId="{2C3D7F03-8558-4387-990D-E818F15C2887}" dt="2026-01-03T17:21:49.904" v="8"/>
          <ac:spMkLst>
            <pc:docMk/>
            <pc:sldMk cId="2031849261" sldId="264"/>
            <ac:spMk id="4" creationId="{80169733-19C8-4BB2-02F4-01C823D0B735}"/>
          </ac:spMkLst>
        </pc:spChg>
      </pc:sldChg>
      <pc:sldChg chg="modSp new">
        <pc:chgData name="Lakshmi V" userId="f055f243ffb41b73" providerId="LiveId" clId="{2C3D7F03-8558-4387-990D-E818F15C2887}" dt="2026-01-03T17:33:03.842" v="96"/>
        <pc:sldMkLst>
          <pc:docMk/>
          <pc:sldMk cId="1244792883" sldId="265"/>
        </pc:sldMkLst>
        <pc:spChg chg="mod">
          <ac:chgData name="Lakshmi V" userId="f055f243ffb41b73" providerId="LiveId" clId="{2C3D7F03-8558-4387-990D-E818F15C2887}" dt="2026-01-03T17:32:51.475" v="95"/>
          <ac:spMkLst>
            <pc:docMk/>
            <pc:sldMk cId="1244792883" sldId="265"/>
            <ac:spMk id="2" creationId="{73CA6489-DF9C-27BD-5D22-37ED7A154AC7}"/>
          </ac:spMkLst>
        </pc:spChg>
        <pc:spChg chg="mod">
          <ac:chgData name="Lakshmi V" userId="f055f243ffb41b73" providerId="LiveId" clId="{2C3D7F03-8558-4387-990D-E818F15C2887}" dt="2026-01-03T17:33:03.842" v="96"/>
          <ac:spMkLst>
            <pc:docMk/>
            <pc:sldMk cId="1244792883" sldId="265"/>
            <ac:spMk id="3" creationId="{F70B63F6-49B7-F17E-4BD1-C28D3C049BFE}"/>
          </ac:spMkLst>
        </pc:spChg>
      </pc:sldChg>
      <pc:sldChg chg="addSp delSp modSp new mod">
        <pc:chgData name="Lakshmi V" userId="f055f243ffb41b73" providerId="LiveId" clId="{2C3D7F03-8558-4387-990D-E818F15C2887}" dt="2026-01-03T17:32:13.984" v="94" actId="14100"/>
        <pc:sldMkLst>
          <pc:docMk/>
          <pc:sldMk cId="4098024215" sldId="266"/>
        </pc:sldMkLst>
        <pc:spChg chg="mod">
          <ac:chgData name="Lakshmi V" userId="f055f243ffb41b73" providerId="LiveId" clId="{2C3D7F03-8558-4387-990D-E818F15C2887}" dt="2026-01-03T17:31:48.947" v="91"/>
          <ac:spMkLst>
            <pc:docMk/>
            <pc:sldMk cId="4098024215" sldId="266"/>
            <ac:spMk id="2" creationId="{A3F212BD-3BC8-374E-0837-6989E43CD9AB}"/>
          </ac:spMkLst>
        </pc:spChg>
        <pc:spChg chg="del">
          <ac:chgData name="Lakshmi V" userId="f055f243ffb41b73" providerId="LiveId" clId="{2C3D7F03-8558-4387-990D-E818F15C2887}" dt="2026-01-03T17:32:04.132" v="92"/>
          <ac:spMkLst>
            <pc:docMk/>
            <pc:sldMk cId="4098024215" sldId="266"/>
            <ac:spMk id="3" creationId="{0CA670FD-5809-D25E-D6E8-8C51807F664A}"/>
          </ac:spMkLst>
        </pc:spChg>
        <pc:spChg chg="add mod">
          <ac:chgData name="Lakshmi V" userId="f055f243ffb41b73" providerId="LiveId" clId="{2C3D7F03-8558-4387-990D-E818F15C2887}" dt="2026-01-03T17:32:13.984" v="94" actId="14100"/>
          <ac:spMkLst>
            <pc:docMk/>
            <pc:sldMk cId="4098024215" sldId="266"/>
            <ac:spMk id="4" creationId="{46D4CB99-EB06-F7D0-9532-18A7BB86B67A}"/>
          </ac:spMkLst>
        </pc:spChg>
      </pc:sldChg>
      <pc:sldChg chg="addSp delSp modSp new mod">
        <pc:chgData name="Lakshmi V" userId="f055f243ffb41b73" providerId="LiveId" clId="{2C3D7F03-8558-4387-990D-E818F15C2887}" dt="2026-01-03T17:33:48.789" v="103" actId="14100"/>
        <pc:sldMkLst>
          <pc:docMk/>
          <pc:sldMk cId="2149241537" sldId="267"/>
        </pc:sldMkLst>
        <pc:spChg chg="mod">
          <ac:chgData name="Lakshmi V" userId="f055f243ffb41b73" providerId="LiveId" clId="{2C3D7F03-8558-4387-990D-E818F15C2887}" dt="2026-01-03T17:33:32.049" v="100"/>
          <ac:spMkLst>
            <pc:docMk/>
            <pc:sldMk cId="2149241537" sldId="267"/>
            <ac:spMk id="2" creationId="{C3397CB6-5050-0367-E5B9-C9A2A0A7C684}"/>
          </ac:spMkLst>
        </pc:spChg>
        <pc:spChg chg="del">
          <ac:chgData name="Lakshmi V" userId="f055f243ffb41b73" providerId="LiveId" clId="{2C3D7F03-8558-4387-990D-E818F15C2887}" dt="2026-01-03T17:33:40.375" v="101"/>
          <ac:spMkLst>
            <pc:docMk/>
            <pc:sldMk cId="2149241537" sldId="267"/>
            <ac:spMk id="3" creationId="{C75C16D2-E650-230F-013E-553DADE9084D}"/>
          </ac:spMkLst>
        </pc:spChg>
        <pc:spChg chg="add del">
          <ac:chgData name="Lakshmi V" userId="f055f243ffb41b73" providerId="LiveId" clId="{2C3D7F03-8558-4387-990D-E818F15C2887}" dt="2026-01-03T17:33:29.649" v="99" actId="22"/>
          <ac:spMkLst>
            <pc:docMk/>
            <pc:sldMk cId="2149241537" sldId="267"/>
            <ac:spMk id="5" creationId="{35D0A41A-589B-3DA1-3852-E1DC938A5D02}"/>
          </ac:spMkLst>
        </pc:spChg>
        <pc:spChg chg="add mod">
          <ac:chgData name="Lakshmi V" userId="f055f243ffb41b73" providerId="LiveId" clId="{2C3D7F03-8558-4387-990D-E818F15C2887}" dt="2026-01-03T17:33:48.789" v="103" actId="14100"/>
          <ac:spMkLst>
            <pc:docMk/>
            <pc:sldMk cId="2149241537" sldId="267"/>
            <ac:spMk id="6" creationId="{74BBEDCB-DF15-9D1B-D50A-1DEC7C3586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ECB2-EF2E-61B2-DE58-9A7E2D2BD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D41E7-BCB6-86C5-B52E-06C9B81BB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B90F5-93C7-A608-9A21-ADAAE3D08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3FED9-5633-DE73-D89F-5B52A64F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332F9-7A80-7943-32D4-008D0B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9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E9F5E-1132-66CF-F00F-05B1DDCA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5A44-525B-77E1-033B-F238FEC93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B4485-6353-BC04-A4B7-0CD918F15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8FBB8-D282-0D55-1C2B-2983B1C8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2C56C-51ED-4A95-FD5F-589E79A5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8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73C71-E56D-EF19-A33A-44D513A7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C8723-7F50-63B0-E587-9FE250B46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37885-382F-F8E7-4722-62B2CD02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50552-CF94-5BA6-147A-598F24B0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A2ABB-AB46-A16A-45B4-DD82C970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1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7734-4DC9-421C-1ABD-4673E5CC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F07B3-53BA-7E7D-E00A-4484C0BC6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84FD0-8570-8D1F-8FDE-CDF30C691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EE64C-BB9E-557B-BD66-CAF089594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2425B-26D5-2F3A-FC40-9832E7A6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32899-0A49-1C44-6256-292A2CBF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1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38AD-F460-A350-4B73-F02CDE05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52DB1-7D11-7E17-D54A-04F6E703E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5F8CC-925B-99D0-4F25-97C092BD6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EB4A6-FB86-8344-7534-A92510E9A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3627F-2B8B-7ECD-6F05-FC0A58147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7F6B5-C4CA-07D9-39C7-AADEA91E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BB46AD-F76B-6CE8-71A8-51FE0602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68572-ED24-BCEB-B9D7-FF819925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93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7296-D44C-E1EF-A1AE-83592CAF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8D21F-ABDD-B70D-C599-C9A7D5C9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0A335-818C-6D8B-14BD-9CF5EBA8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38DE4-322B-3CF3-4CBD-0366F4A6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27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AE676-C5F2-1A4C-8F85-5B1B15B0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42BE1-02ED-E505-59F0-E3152BD6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C41E9-C66B-7490-5498-8D79B876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1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57C1-C9AD-08D5-F6E3-771A08B4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A3458-2664-E9AE-F722-77A7262D8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6E725-249F-4B78-BCDE-5D0AA0683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D02DC-C4D4-A757-0CA5-C15B117F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91512-4152-746C-A35F-73727F88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A7D47-3234-FDC1-490D-E35B4583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4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B21A-4400-5D4A-19F9-1C8C19185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E201CE-8833-03EF-5360-238C1E33F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F661C-1390-FD50-906F-B8C855876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CD910-E125-4186-5B98-BC7EFF25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E913A-09EF-9A3C-9131-CAF03861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CF4FD-B02B-1A8E-4E10-D0579EFA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3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C802-712A-C5FE-2ACC-153A050C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8F582-7A74-DC7F-434B-A4D1A0717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A252-ACBF-948C-A657-680333D1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3A76E-BF6A-E5CD-3C5A-00D0E135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F7F60-CC2C-67EE-229A-D70EF564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93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95B97-3915-5F54-87A5-A3C701E5F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634A8-7165-8CAA-04A3-EEC6FF048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BE586-5A14-E0B1-9E26-547EF0E3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25EF4-3B82-7330-D3A0-CD270002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54583-3E97-B05A-443C-60F9159A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32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DFFED-6430-A18D-BC22-E414BA59C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9719B-8091-4858-03AF-D2FE9ACFE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B8CF7-7BCE-91FC-9F6C-FA33D41EA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36403-30A5-4B3F-A9B6-146CE121221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EE5B6-EE73-D6B8-C5D0-3D1CDD9CB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EE8F-E4AA-B049-23C2-52BE23671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5CA26-07C4-4C62-AC34-F9A1837E4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1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42AC-0495-B4A3-15C8-C987DC58F0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Title:</a:t>
            </a:r>
            <a:r>
              <a:rPr lang="en-US" altLang="en-US" dirty="0">
                <a:latin typeface="Arial" panose="020B0604020202020204" pitchFamily="34" charset="0"/>
              </a:rPr>
              <a:t> Student Performance Analysis using Python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5548A-2C94-273C-6687-66534FE9CD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99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3DBB-8ABD-D5A9-DBE8-FAF67EA6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8D664-0751-B10F-6637-AB389DFD7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factors affecting student exam performance</a:t>
            </a:r>
          </a:p>
          <a:p>
            <a:r>
              <a:rPr lang="en-US" dirty="0"/>
              <a:t>Analyze impact of:</a:t>
            </a:r>
          </a:p>
          <a:p>
            <a:pPr lvl="1"/>
            <a:r>
              <a:rPr lang="en-US" dirty="0"/>
              <a:t>Study hours</a:t>
            </a:r>
          </a:p>
          <a:p>
            <a:pPr lvl="1"/>
            <a:r>
              <a:rPr lang="en-US" dirty="0"/>
              <a:t>Sleep hours</a:t>
            </a:r>
          </a:p>
          <a:p>
            <a:pPr lvl="1"/>
            <a:r>
              <a:rPr lang="en-US" dirty="0"/>
              <a:t>Practice papers</a:t>
            </a:r>
          </a:p>
          <a:p>
            <a:pPr lvl="1"/>
            <a:r>
              <a:rPr lang="en-US" dirty="0"/>
              <a:t>Extracurricular activities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54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B898-6BB4-14C0-5FA0-EB564D63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6D3-CD47-7282-064E-77142ABCC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Source: StudentPerformance.csv</a:t>
            </a:r>
          </a:p>
          <a:p>
            <a:r>
              <a:rPr lang="en-IN" dirty="0"/>
              <a:t>Total records: ~10,000 students</a:t>
            </a:r>
          </a:p>
          <a:p>
            <a:r>
              <a:rPr lang="en-IN" dirty="0"/>
              <a:t>Columns:</a:t>
            </a:r>
          </a:p>
          <a:p>
            <a:pPr lvl="1"/>
            <a:r>
              <a:rPr lang="en-IN" dirty="0"/>
              <a:t>Hours Studied</a:t>
            </a:r>
          </a:p>
          <a:p>
            <a:pPr lvl="1"/>
            <a:r>
              <a:rPr lang="en-IN" dirty="0"/>
              <a:t>Previous Scores</a:t>
            </a:r>
          </a:p>
          <a:p>
            <a:pPr lvl="1"/>
            <a:r>
              <a:rPr lang="en-IN" dirty="0"/>
              <a:t>Sleep Hours</a:t>
            </a:r>
          </a:p>
          <a:p>
            <a:pPr lvl="1"/>
            <a:r>
              <a:rPr lang="en-IN" dirty="0"/>
              <a:t>Extracurricular Activities</a:t>
            </a:r>
          </a:p>
          <a:p>
            <a:pPr lvl="1"/>
            <a:r>
              <a:rPr lang="en-IN" dirty="0"/>
              <a:t>Sample Papers Practiced</a:t>
            </a:r>
          </a:p>
          <a:p>
            <a:pPr lvl="1"/>
            <a:r>
              <a:rPr lang="en-IN" dirty="0"/>
              <a:t>Performance Index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09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766A-D9DB-F4B9-E6B0-5146A78DF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32D31-7C0F-7F10-BD99-C7831932A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key factors influencing performance</a:t>
            </a:r>
          </a:p>
          <a:p>
            <a:r>
              <a:rPr lang="en-US" dirty="0"/>
              <a:t>Find patterns for high &amp; low performers</a:t>
            </a:r>
          </a:p>
          <a:p>
            <a:r>
              <a:rPr lang="en-US" dirty="0"/>
              <a:t>Provide data-driven academic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86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6DEE-70F5-7CF1-1746-B7AB6E2B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&amp;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FCB7D4-9FC4-D688-45C1-BF056507C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576952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missing values (no nulls)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duplicates (if any)</a:t>
            </a:r>
          </a:p>
        </p:txBody>
      </p:sp>
    </p:spTree>
    <p:extLst>
      <p:ext uri="{BB962C8B-B14F-4D97-AF65-F5344CB8AC3E}">
        <p14:creationId xmlns:p14="http://schemas.microsoft.com/office/powerpoint/2010/main" val="297595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8D8F-8443-17AC-89F8-2A4947AB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A00DD7-4AB8-D32E-D2A8-1589297A13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877910"/>
            <a:ext cx="105155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Hours vs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Hours vs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Papers vs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Extracurricular Activities impact vs performance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Previous </a:t>
            </a:r>
            <a:r>
              <a:rPr lang="en-US" altLang="en-US" dirty="0" err="1">
                <a:latin typeface="Arial" panose="020B0604020202020204" pitchFamily="34" charset="0"/>
              </a:rPr>
              <a:t>scroces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Performance</a:t>
            </a:r>
          </a:p>
        </p:txBody>
      </p:sp>
    </p:spTree>
    <p:extLst>
      <p:ext uri="{BB962C8B-B14F-4D97-AF65-F5344CB8AC3E}">
        <p14:creationId xmlns:p14="http://schemas.microsoft.com/office/powerpoint/2010/main" val="27046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03C1-F9C2-86AF-9FE3-8B42C0E0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 – Study Hours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654A8E-C0F2-E366-B83A-4B98F0DB0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24240"/>
            <a:ext cx="8915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study hours → higher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Optimal range: 6–9 hours/day</a:t>
            </a:r>
          </a:p>
        </p:txBody>
      </p:sp>
    </p:spTree>
    <p:extLst>
      <p:ext uri="{BB962C8B-B14F-4D97-AF65-F5344CB8AC3E}">
        <p14:creationId xmlns:p14="http://schemas.microsoft.com/office/powerpoint/2010/main" val="134939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EB27-B8E2-8BB6-2C20-5DEE1BB0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 – Sleep &amp;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2220-05A5-BEFE-6631-96632CDE9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performance with 7–8 hours sleep</a:t>
            </a:r>
          </a:p>
          <a:p>
            <a:r>
              <a:rPr lang="en-US" dirty="0"/>
              <a:t>More practice papers improve scores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097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34C1-584D-33DB-770C-FF4955F7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</a:t>
            </a:r>
            <a:r>
              <a:rPr lang="en-IN" dirty="0" err="1"/>
              <a:t>Behavior</a:t>
            </a:r>
            <a:r>
              <a:rPr lang="en-IN" dirty="0"/>
              <a:t> 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EB6F8B-F874-ECD8-2B94-16B315601D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93079"/>
            <a:ext cx="7792453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performers: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study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sleep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practice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performers: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study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sleep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practice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9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12BD-3BC8-374E-0837-6989E43CD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/ Education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D4CB99-EB06-F7D0-9532-18A7BB86B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308796"/>
            <a:ext cx="99581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schools identify weak students early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teaching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academic planning</a:t>
            </a:r>
          </a:p>
        </p:txBody>
      </p:sp>
    </p:spTree>
    <p:extLst>
      <p:ext uri="{BB962C8B-B14F-4D97-AF65-F5344CB8AC3E}">
        <p14:creationId xmlns:p14="http://schemas.microsoft.com/office/powerpoint/2010/main" val="4098024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6489-DF9C-27BD-5D22-37ED7A15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63F6-49B7-F17E-4BD1-C28D3C049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 performance is influenced by lifestyle &amp; study habits</a:t>
            </a:r>
          </a:p>
          <a:p>
            <a:r>
              <a:rPr lang="en-US" dirty="0"/>
              <a:t>Data-driven decisions improve learning outcomes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79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7CB6-5050-0367-E5B9-C9A2A0A7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BBEDCB-DF15-9D1B-D50A-1DEC7C3586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093353"/>
            <a:ext cx="820954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/ Seaborn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 techniques</a:t>
            </a:r>
          </a:p>
        </p:txBody>
      </p:sp>
    </p:spTree>
    <p:extLst>
      <p:ext uri="{BB962C8B-B14F-4D97-AF65-F5344CB8AC3E}">
        <p14:creationId xmlns:p14="http://schemas.microsoft.com/office/powerpoint/2010/main" val="2149241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217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Title: Student Performance Analysis using Python </vt:lpstr>
      <vt:lpstr>Problem Statement</vt:lpstr>
      <vt:lpstr>Dataset Overview </vt:lpstr>
      <vt:lpstr>Objectives</vt:lpstr>
      <vt:lpstr>Data Cleaning &amp; Preprocessing</vt:lpstr>
      <vt:lpstr>Exploratory Data Analysis (EDA)</vt:lpstr>
      <vt:lpstr>Insight – Study Hours</vt:lpstr>
      <vt:lpstr>Insight – Sleep &amp; Practice</vt:lpstr>
      <vt:lpstr>Student Behavior Patterns</vt:lpstr>
      <vt:lpstr>Business / Education Impact</vt:lpstr>
      <vt:lpstr>Conclusion</vt:lpstr>
      <vt:lpstr>Tools &amp; Technologies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V</dc:creator>
  <cp:lastModifiedBy>Lakshmi V</cp:lastModifiedBy>
  <cp:revision>1</cp:revision>
  <dcterms:created xsi:type="dcterms:W3CDTF">2026-01-03T17:20:03Z</dcterms:created>
  <dcterms:modified xsi:type="dcterms:W3CDTF">2026-01-03T17:33:48Z</dcterms:modified>
</cp:coreProperties>
</file>